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DEC4E19-ABD8-44F9-BAA8-566DE91F9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D6E12A41-7C56-48E2-B4D5-0212D13039C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India Elementary School Data Analysis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363271"/>
            <a:ext cx="3151003" cy="664104"/>
          </a:xfrm>
        </p:spPr>
        <p:txBody>
          <a:bodyPr/>
          <a:lstStyle/>
          <a:p>
            <a:r>
              <a:rPr lang="en-IN" b="1" dirty="0"/>
              <a:t>Team Name:</a:t>
            </a:r>
            <a:r>
              <a:rPr lang="en-IN" dirty="0"/>
              <a:t> </a:t>
            </a:r>
            <a:r>
              <a:rPr lang="en-IN" i="1" dirty="0"/>
              <a:t>EduVision </a:t>
            </a:r>
            <a:r>
              <a:rPr lang="en-IN" i="1" dirty="0" smtClean="0"/>
              <a:t>Analysts (@Group 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8024" y="4941168"/>
            <a:ext cx="3096344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Team Members: </a:t>
            </a:r>
            <a:r>
              <a:rPr lang="en-US" sz="1200" b="1" dirty="0" smtClean="0"/>
              <a:t>BBA 3</a:t>
            </a:r>
            <a:r>
              <a:rPr lang="en-US" sz="1200" b="1" baseline="30000" dirty="0" smtClean="0"/>
              <a:t>rd</a:t>
            </a:r>
            <a:r>
              <a:rPr lang="en-US" sz="1200" b="1" dirty="0" smtClean="0"/>
              <a:t> Year </a:t>
            </a:r>
            <a:endParaRPr lang="en-US" sz="1100" b="1" dirty="0" smtClean="0"/>
          </a:p>
          <a:p>
            <a:r>
              <a:rPr lang="en-US" sz="1100" b="1" dirty="0" err="1" smtClean="0"/>
              <a:t>G.Pallavi</a:t>
            </a:r>
            <a:r>
              <a:rPr lang="en-US" sz="1100" b="1" dirty="0" smtClean="0"/>
              <a:t>               </a:t>
            </a:r>
            <a:r>
              <a:rPr lang="en-US" sz="1100" b="1" dirty="0" err="1" smtClean="0"/>
              <a:t>Paralakhemundi</a:t>
            </a:r>
            <a:r>
              <a:rPr lang="en-US" sz="1100" b="1" dirty="0" smtClean="0"/>
              <a:t> campus</a:t>
            </a:r>
            <a:endParaRPr lang="en-US" sz="1100" b="1" dirty="0" smtClean="0"/>
          </a:p>
          <a:p>
            <a:r>
              <a:rPr lang="en-US" sz="1100" b="1" dirty="0" smtClean="0"/>
              <a:t>D. </a:t>
            </a:r>
            <a:r>
              <a:rPr lang="en-US" sz="1100" b="1" dirty="0" err="1" smtClean="0"/>
              <a:t>Varun</a:t>
            </a:r>
            <a:r>
              <a:rPr lang="en-US" sz="1100" b="1" dirty="0" smtClean="0"/>
              <a:t> Kumar</a:t>
            </a:r>
          </a:p>
          <a:p>
            <a:r>
              <a:rPr lang="en-US" sz="1100" b="1" dirty="0" err="1" smtClean="0"/>
              <a:t>Balaji</a:t>
            </a:r>
            <a:r>
              <a:rPr lang="en-US" sz="1100" b="1" dirty="0" smtClean="0"/>
              <a:t> </a:t>
            </a:r>
            <a:r>
              <a:rPr lang="en-US" sz="1100" b="1" dirty="0" err="1" smtClean="0"/>
              <a:t>Mahanty</a:t>
            </a:r>
            <a:endParaRPr lang="en-US" sz="1100" b="1" dirty="0" smtClean="0"/>
          </a:p>
          <a:p>
            <a:r>
              <a:rPr lang="en-US" sz="1100" b="1" dirty="0" smtClean="0"/>
              <a:t>Y. </a:t>
            </a:r>
            <a:r>
              <a:rPr lang="en-US" sz="1100" b="1" dirty="0" err="1" smtClean="0"/>
              <a:t>Satya</a:t>
            </a:r>
            <a:r>
              <a:rPr lang="en-US" sz="1100" b="1" dirty="0" smtClean="0"/>
              <a:t> </a:t>
            </a:r>
            <a:r>
              <a:rPr lang="en-US" sz="1100" b="1" dirty="0" err="1" smtClean="0"/>
              <a:t>Sai</a:t>
            </a:r>
            <a:endParaRPr lang="en-US" sz="1100" b="1" dirty="0" smtClean="0"/>
          </a:p>
          <a:p>
            <a:r>
              <a:rPr lang="en-US" sz="1100" b="1" dirty="0" err="1" smtClean="0"/>
              <a:t>Ponuel</a:t>
            </a:r>
            <a:r>
              <a:rPr lang="en-US" sz="1100" b="1" dirty="0" smtClean="0"/>
              <a:t> </a:t>
            </a:r>
            <a:r>
              <a:rPr lang="en-US" sz="1100" b="1" dirty="0" err="1" smtClean="0"/>
              <a:t>Mishal</a:t>
            </a:r>
            <a:endParaRPr lang="en-IN" sz="1100" b="1" dirty="0"/>
          </a:p>
        </p:txBody>
      </p:sp>
    </p:spTree>
    <p:extLst>
      <p:ext uri="{BB962C8B-B14F-4D97-AF65-F5344CB8AC3E}">
        <p14:creationId xmlns:p14="http://schemas.microsoft.com/office/powerpoint/2010/main" val="131968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&amp;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School Distribution and Access: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Analyze number and type of schools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Govt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Private) across states.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Basic Infrastructure Availability: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Evaluate presence of facilities such as toilets, water, and blackboards.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Teacher Strength Across States: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Examine distribution of teachers across school types and states.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Infrastructure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Teacher Availability: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Study relationship between infrastructure quality and teacher availability</a:t>
            </a:r>
            <a:r>
              <a:rPr lang="en-US" dirty="0" smtClean="0"/>
              <a:t>.</a:t>
            </a:r>
          </a:p>
          <a:p>
            <a:pPr marL="6858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Rationale: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Education quality in India depends not only on enrolment but also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school access, facilities, and teacher presence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This analysis aims to find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imbalances and improvement areas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elementary education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1900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Understanding &amp; Cleaning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Dataset Overview: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Covers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elementary schools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across Indian states and union territories.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Includes columns on infrastructure (water, toilets, blackboards) and teacher counts by class range (1–5, 1–8, etc.).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Years covered: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2005–2008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Cleaning &amp; Transformations: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Removed duplicates and null values.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Created calculated columns: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Total Schools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% Schools with Toilets / Water / Blackboards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Infrastructure Score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Teachers per School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Power BI DAX measures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aggregations and ratios.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Standardized state names and corrected data types.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30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980728"/>
            <a:ext cx="7024744" cy="7578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Dashboard </a:t>
            </a:r>
            <a:r>
              <a:rPr lang="en-US" dirty="0"/>
              <a:t>Design &amp;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60848"/>
            <a:ext cx="6777317" cy="360040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Visual Layout: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Map: Total schools by state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Bar Charts: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Govt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Private schools; % schools with facilities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Cards: Key KPIs – District count, Infrastructure Score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Pie Chart: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Govt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Private share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Teacher Bar Chart: Total teachers by state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Scatter Plot (optional): Infrastructure Score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Teachers per School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Logic Behind Design: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Top Section: Overview KPIs (quick understanding).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Left Section: Teacher-related visuals (human resource view).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Right Section: Infrastructure-focused visuals (facilities view).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Map: Center focus to show regional spread visually.</a:t>
            </a:r>
          </a:p>
        </p:txBody>
      </p:sp>
    </p:spTree>
    <p:extLst>
      <p:ext uri="{BB962C8B-B14F-4D97-AF65-F5344CB8AC3E}">
        <p14:creationId xmlns:p14="http://schemas.microsoft.com/office/powerpoint/2010/main" val="254082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Uttar Pradesh, Andhra Pradesh, and Maharashtra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have the highest number of schools and teachers.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Infrastructure disparities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exist — some states like Rajasthan and Madhya Pradesh show high school counts but weaker facility availability.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Teacher-to-school ratio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varies widely — smaller states like Goa and Sikkim have fewer schools but better teacher availability.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Correlation gap: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Some states have good infrastructure but fewer teachers, indicating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uneven resource allocation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Private schools dominate urban states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while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government schools dominate rural regions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1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Recommendations / 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Infrastructure Focus: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Invest in improving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toilets, drinking water, and blackboard facilities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in underperforming states (e.g., Bihar, Orissa).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Teacher Redistribution: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Introduce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teacher deployment policies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to balance overstaffed and understaffed regions.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Performance-based Funding: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dirty="0">
                <a:latin typeface="Times New Roman" pitchFamily="18" charset="0"/>
                <a:cs typeface="Times New Roman" pitchFamily="18" charset="0"/>
              </a:rPr>
              <a:t>Link funding to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infrastructure improvements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teacher-student ratios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67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Understanding: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Gained insights into how government and private schools differ across states in terms of basic amenities and teacher strength.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Analytical Thinking: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Learned to derive meaningful relationships — such as infrastructure versus teacher availability — from raw data using calculated DAX measures.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Power BI Skills: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Enhanced proficiency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cleaning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visual creation (maps, cards, bar charts, pie charts)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dashboard structuring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storytelling.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Insight Communication: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Developed the ability to convert complex educational data into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simple, visual insights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support policy and decision-making.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Takeaway: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Data-driven analysis can effectively highlight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educational disparities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helping policymakers and educators focus on states that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need the most attention and funding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coming years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68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India Elementary School Data Analysis Dashboard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provides a clear overview of how schools across states perform in terms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infrastructure, accessibility, and teacher availability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analysis reveals that: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Uttar Pradesh, Madhya Pradesh, and Maharashtra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have the highest concentration of schools and teachers.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Several states, particularly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North-East and Central India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show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limited infrastructure facilities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like toilets, water, and blackboards, indicating regional inequality.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Government schools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dominate the rural landscape, while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private schools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are more concentrated in urbanized states.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infrastructure score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teacher availability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do not always move together, meaning strong physical facilities do not necessarily ensure adequate teaching staff.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Overall, the findings highlight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need for balanced investment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— improving both infrastructure and human resources simultaneously to achieve equitable education access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66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208912" cy="6120680"/>
          </a:xfrm>
        </p:spPr>
      </p:pic>
    </p:spTree>
    <p:extLst>
      <p:ext uri="{BB962C8B-B14F-4D97-AF65-F5344CB8AC3E}">
        <p14:creationId xmlns:p14="http://schemas.microsoft.com/office/powerpoint/2010/main" val="33799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5" y="332656"/>
            <a:ext cx="8208912" cy="6120680"/>
          </a:xfrm>
        </p:spPr>
      </p:pic>
    </p:spTree>
    <p:extLst>
      <p:ext uri="{BB962C8B-B14F-4D97-AF65-F5344CB8AC3E}">
        <p14:creationId xmlns:p14="http://schemas.microsoft.com/office/powerpoint/2010/main" val="1884105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208912" cy="6192688"/>
          </a:xfrm>
        </p:spPr>
      </p:pic>
    </p:spTree>
    <p:extLst>
      <p:ext uri="{BB962C8B-B14F-4D97-AF65-F5344CB8AC3E}">
        <p14:creationId xmlns:p14="http://schemas.microsoft.com/office/powerpoint/2010/main" val="2360984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208911" cy="6192688"/>
          </a:xfrm>
        </p:spPr>
      </p:pic>
    </p:spTree>
    <p:extLst>
      <p:ext uri="{BB962C8B-B14F-4D97-AF65-F5344CB8AC3E}">
        <p14:creationId xmlns:p14="http://schemas.microsoft.com/office/powerpoint/2010/main" val="1919254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208912" cy="6192688"/>
          </a:xfrm>
        </p:spPr>
      </p:pic>
    </p:spTree>
    <p:extLst>
      <p:ext uri="{BB962C8B-B14F-4D97-AF65-F5344CB8AC3E}">
        <p14:creationId xmlns:p14="http://schemas.microsoft.com/office/powerpoint/2010/main" val="30408692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78</TotalTime>
  <Words>432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Austin</vt:lpstr>
      <vt:lpstr>India Elementary School Data Analysis</vt:lpstr>
      <vt:lpstr>Objectives &amp; Rationale</vt:lpstr>
      <vt:lpstr>Data Understanding &amp; Cleaning Summary</vt:lpstr>
      <vt:lpstr>Dashboard Design &amp; Structure</vt:lpstr>
      <vt:lpstr>Key Insights &amp; Analytics</vt:lpstr>
      <vt:lpstr>Recommendations / Policy Implications</vt:lpstr>
      <vt:lpstr>Learning Summary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2025-11-04T04:25:16Z</dcterms:created>
  <dcterms:modified xsi:type="dcterms:W3CDTF">2025-11-04T05:43:45Z</dcterms:modified>
</cp:coreProperties>
</file>